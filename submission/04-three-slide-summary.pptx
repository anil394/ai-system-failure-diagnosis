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1. What Is Broken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/>
            </a:pPr>
            <a:r>
              <a:t>• System: internal policy assistant (RAG chatbot) — synthetic case</a:t>
            </a:r>
          </a:p>
          <a:p>
            <a:pPr>
              <a:spcAft>
                <a:spcPts val="1400"/>
              </a:spcAft>
              <a:defRPr sz="2200"/>
            </a:pPr>
            <a:r>
              <a:t>• Symptom: meal allowance answered as EUR 30 citing Policy v3; current v4 says EUR 40</a:t>
            </a:r>
          </a:p>
          <a:p>
            <a:pPr>
              <a:spcAft>
                <a:spcPts val="1400"/>
              </a:spcAft>
              <a:defRPr sz="2200"/>
            </a:pPr>
            <a:r>
              <a:t>• Impact: wrongly rejected or under-claimed expenses, lost trust; 2 employees affected</a:t>
            </a:r>
          </a:p>
          <a:p>
            <a:pPr>
              <a:spcAft>
                <a:spcPts val="1400"/>
              </a:spcAft>
              <a:defRPr sz="2200"/>
            </a:pPr>
            <a:r>
              <a:t>• Containment: 'verify in wiki' banner + fallback for travel questions</a:t>
            </a:r>
          </a:p>
          <a:p>
            <a:pPr>
              <a:spcAft>
                <a:spcPts val="1400"/>
              </a:spcAft>
              <a:defRPr sz="2200"/>
            </a:pPr>
            <a:r>
              <a:t>• Facts: one failing answer, v4 exists, two users. Assumptions: pipeline, ranking, prompt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2. Why We Think It Is Broken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/>
            </a:pPr>
            <a:r>
              <a:t>• #1 Ingestion gap: v4 not indexed / v3 not superseded — Medium</a:t>
            </a:r>
          </a:p>
          <a:p>
            <a:pPr>
              <a:spcAft>
                <a:spcPts val="1400"/>
              </a:spcAft>
              <a:defRPr sz="2200"/>
            </a:pPr>
            <a:r>
              <a:t>• #2 Ranking: v3 outranks v4 in retrieval — Medium</a:t>
            </a:r>
          </a:p>
          <a:p>
            <a:pPr>
              <a:spcAft>
                <a:spcPts val="1400"/>
              </a:spcAft>
              <a:defRPr sz="2200"/>
            </a:pPr>
            <a:r>
              <a:t>• #3 Generation: model picks v3 from mixed context — Low</a:t>
            </a:r>
          </a:p>
          <a:p>
            <a:pPr>
              <a:spcAft>
                <a:spcPts val="1400"/>
              </a:spcAft>
              <a:defRPr sz="2200"/>
            </a:pPr>
            <a:r>
              <a:t>• Missing evidence: retrieved passages, index contents, config versions</a:t>
            </a:r>
          </a:p>
          <a:p>
            <a:pPr>
              <a:spcAft>
                <a:spcPts val="1400"/>
              </a:spcAft>
              <a:defRPr sz="2200"/>
            </a:pPr>
            <a:r>
              <a:t>• Next test: retrieval trace. v4 absent = ingestion; lower-ranked = ranking; top-ranked but ignored = generation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3. What We Recommend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/>
            </a:pPr>
            <a:r>
              <a:t>• Decision: contain, then investigate — no rollback, no fine-tuning</a:t>
            </a:r>
          </a:p>
          <a:p>
            <a:pPr>
              <a:spcAft>
                <a:spcPts val="1400"/>
              </a:spcAft>
              <a:defRPr sz="2200"/>
            </a:pPr>
            <a:r>
              <a:t>• Plan: banner + fallback; trace + index audit; sample 10 other policies; smallest fix; regression case + drift alert</a:t>
            </a:r>
          </a:p>
          <a:p>
            <a:pPr>
              <a:spcAft>
                <a:spcPts val="1400"/>
              </a:spcAft>
              <a:defRPr sz="2200"/>
            </a:pPr>
            <a:r>
              <a:t>• Proof of recovery: original case passes; 95%+ on 30 cases; zero superseded citations; drift alert within 24h</a:t>
            </a:r>
          </a:p>
          <a:p>
            <a:pPr>
              <a:spcAft>
                <a:spcPts val="1400"/>
              </a:spcAft>
              <a:defRPr sz="2200"/>
            </a:pPr>
            <a:r>
              <a:t>• Owner: Head of People Ops + AI platform lead</a:t>
            </a:r>
          </a:p>
          <a:p>
            <a:pPr>
              <a:spcAft>
                <a:spcPts val="1400"/>
              </a:spcAft>
              <a:defRPr sz="2200"/>
            </a:pPr>
            <a:r>
              <a:t>• Would change the plan: many stale policies -&gt; pause policy topics; permission leak -&gt; pause 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